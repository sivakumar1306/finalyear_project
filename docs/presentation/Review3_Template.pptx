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8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932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your final architecture / block diagram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results here — graphs, tables, screenshots or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D31B4-E5F4-9752-FCE9-FCD44CF4D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85799-F563-BA96-20F6-CDB0D76A1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7DCE9-E2D4-C2E1-4909-E336C17E9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183DD-FA8B-8AD1-2DD6-40AAF3D543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62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2011680" cy="76082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114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Electronics Engineering (SENSE)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74980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3063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Reg. No.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74720" y="346557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657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Guide Name, School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74720" y="405993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/ School: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4251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SENSE, VIT Chennai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474720" y="465429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22960" y="48463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Date: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8463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 ·  28.10.2026 (Wednesday)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4720" y="5248656"/>
            <a:ext cx="402336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46720" y="3063240"/>
            <a:ext cx="3657600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D2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82296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Guide's Signature with Date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 _____________________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434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_________________________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mandatory before every review. After signing, scan this slide and keep the scanned copy as Slide 1 of the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Review-III — 28.10.2026 (25 Marks, 25%)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100% Work Completion &amp; Final Demonstration.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15–20 minutes + demo (5–10 minutes).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contents: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&amp; scanned title slide (Slide 1)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objectives and architecture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implementation and integration details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testing and comparison with existing solutions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and video demonstration</a:t>
            </a:r>
            <a:endParaRPr lang="en-US" sz="1500" dirty="0"/>
          </a:p>
          <a:p>
            <a:pPr marL="355600" lvl="1" indent="-1778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future scope and references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split-up: Complete implementation (10), Results &amp; analysis (8), Live &amp; video demonstration (4), Technical presentation (2), Innovation/novelty (1).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their achievement: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Implementation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and functionalities (100%):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details: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optimization: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Comparison with Existing Solutions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Video Demonstration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plan: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demonstration (link / embedded):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A3A93-5C51-35A2-321D-7CC075911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CA0D54-1EF6-1538-C80D-4D2A31CCF561}"/>
              </a:ext>
            </a:extLst>
          </p:cNvPr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593DEB-F76E-DA44-186D-974B813A3688}"/>
              </a:ext>
            </a:extLst>
          </p:cNvPr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Contributed &amp; SDG Mapping</a:t>
            </a:r>
            <a:endParaRPr lang="en-US" sz="2800" dirty="0"/>
          </a:p>
        </p:txBody>
      </p:sp>
      <p:pic>
        <p:nvPicPr>
          <p:cNvPr id="4" name="Image 0" descr="logo.png">
            <a:extLst>
              <a:ext uri="{FF2B5EF4-FFF2-40B4-BE49-F238E27FC236}">
                <a16:creationId xmlns:a16="http://schemas.microsoft.com/office/drawing/2014/main" id="{9FAF6E9D-25A1-AAF6-27FD-C80CDC876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56B77B6-FF94-E035-E3F3-E611FFB65A93}"/>
              </a:ext>
            </a:extLst>
          </p:cNvPr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dirty="0"/>
              <a:t>MENTIONS THE STANDARDS CONTRIBUTED (IEEE,BIS,ISI,ISO, ETC.. )</a:t>
            </a:r>
          </a:p>
          <a:p>
            <a:pPr lvl="0"/>
            <a:r>
              <a:rPr lang="en-IN" dirty="0"/>
              <a:t>MAP YOUR PROJECT WITH ANY OF THE BELOW SDG GOALS: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No poverty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Zero hunger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Good health and well - being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Quality education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Gender Equality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Clean water and sanitation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Affordable and clean energy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Decent work and economic growth.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Industry, innovation, and infrastructure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Sustainable cities and communities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Reduced inequality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Responsible consumption and production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Climate action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life below the river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Life on land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Peace, justice, and strong institution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Partnership for the goals.</a:t>
            </a:r>
          </a:p>
        </p:txBody>
      </p:sp>
    </p:spTree>
    <p:extLst>
      <p:ext uri="{BB962C8B-B14F-4D97-AF65-F5344CB8AC3E}">
        <p14:creationId xmlns:p14="http://schemas.microsoft.com/office/powerpoint/2010/main" val="3443782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Author, B. Author, “Paper title,” Journal Name, vol. X, no. Y, pp. 1–10, 2025.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C. Author, “Paper title,” in Proc. Conference Name, City, 2024, pp. 11–20.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...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IEEE format. Every reference listed must be cited in the slides / report.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20040"/>
            <a:ext cx="1371600" cy="51874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7432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D2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49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Project-I (2026)  ·  SENSE  ·  VIT Chennai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498</Words>
  <Application>Microsoft Macintosh PowerPoint</Application>
  <PresentationFormat>Widescreen</PresentationFormat>
  <Paragraphs>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 kandan</cp:lastModifiedBy>
  <cp:revision>2</cp:revision>
  <dcterms:created xsi:type="dcterms:W3CDTF">2026-08-27T09:57:11Z</dcterms:created>
  <dcterms:modified xsi:type="dcterms:W3CDTF">2026-10-08T04:54:00Z</dcterms:modified>
</cp:coreProperties>
</file>